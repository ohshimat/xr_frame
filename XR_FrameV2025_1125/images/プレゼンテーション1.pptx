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0ADD5-7307-43E9-B5BD-2E9A5CF5E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BDDE6C-2505-494B-846B-BDFFAB75C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1EE461-817B-469C-A015-FD2933D5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DA269A-AE9C-4053-8A8A-77A1F73A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A809B7-6B9D-4EDB-ACBE-6BACF53A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90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46624F-6EC2-4CD4-BB1C-8F0BA8A0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999AA6-8A44-47BD-BE5C-122A9CD8D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5B8D0E-A3B5-4C84-AF71-00BB9549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F65719-9A58-4C9A-A15D-6F837499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D8CB27-91E4-4ADE-A452-D93B17C82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16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A3E5D9-C3CA-44E1-9644-38B1E4605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1E399D-A2BC-41A3-9D34-9A40D4C4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4E065-6BFC-42E6-AE10-3D312204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A2E281-F045-4B41-9209-7D786F7A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1B1AE1-D33B-4D97-8E58-49D675F1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47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4376C8-C7BF-4CB3-AB67-B480994E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14A49A-39CB-4F11-B038-094734F1C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5C45F7-776B-4D40-8BBF-411FDEE94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082A45-9292-4212-B58B-1A85B5CA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3E1E5F-F93D-4CA6-A961-5DF309F7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32D701-E52D-42BD-AA34-49614676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9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78193-83BE-487E-A727-61240618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C3641D-8FE6-49A7-B9D7-B4169D202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B9F049B-C8CE-4AF2-9F92-E61FDAF05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402E4D4-2A85-4D65-97EB-57C038A23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2E8D4F-BB73-4E05-AD25-4F8F5DCE0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488D80-BEC4-40BD-8A66-4E9693F2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791BDAE-DF35-4E4D-BD23-12AFD39D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3F1BE7-CB41-402E-8265-B8572816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23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F5130-A8A8-46EC-86B0-9A7A094A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CEDE60-076F-4E50-9462-22A8C24B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023F2A-1849-4A1D-AED4-21450ECF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7ED5468-BF01-458D-9D4D-194F1297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15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600BB6-02A4-4096-9D8F-4E24815F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6FE1290-94D7-48D6-B8C1-930FC93A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9E8A89-9ABC-4E92-89AB-9FEB60CB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47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DAF34-0682-4EAE-B279-AC2545BA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5DF54-B6B2-4480-9D29-0F57342A9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9CB03D-1786-4D0F-B7F0-AA4BEC927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7B9C20-35FE-4B9B-A8A0-A91E15D3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C6D0DB-4361-41E1-B194-423FDF4C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EA6374-E91E-44E9-9AB2-591566F0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79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25FAA-53E9-44FA-B2D5-4B770C4FF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70F6ED-1C11-4B35-BC05-78B675E8E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C9622E-39E8-4497-BFDC-54668302C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19860F-24FB-402C-937B-0B83C6566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85AC71-DC0C-46FA-9CAE-F6E2AE78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29A113-C9A5-4314-8423-CA2DC3A8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65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9926A-D0A4-4314-931D-6C018F53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5C19C9-C0B9-4CE6-8E7D-1ED70F18A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84CD9-269D-46D0-9670-C18306888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99A5A-8949-4852-AC7D-EB099E1CC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7835F2-8CB9-4B9C-B60E-8276B50E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56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F70C13A-6D20-4F9A-893F-014931AA4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811CA8-18A6-4A27-977C-3AF48223D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122ABA-8BC2-4E67-8F20-C4349DD9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663BD6-66C3-460A-ABFE-F3DC936E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7EADC4-8203-484F-90F6-36C39B40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9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A28119-E5A4-4433-84F6-85A159C7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D8D5A5-E792-4A9C-9EBD-039A9F166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3AD32C-9D64-4211-8A8E-B5D9B1494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3ED0A-7CD5-47C7-940F-3CBC88FAAC14}" type="datetimeFigureOut">
              <a:rPr kumimoji="1" lang="ja-JP" altLang="en-US" smtClean="0"/>
              <a:t>2024/2/18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54CEE0-0935-4405-A1ED-E68F1F351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EA4D2A-E3F4-4838-A269-486A8F0EC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87BCA-FC3A-43D3-865B-2641D6AA7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836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6B2110-1BD4-4652-8BF8-97BA2F0A9B0F}"/>
              </a:ext>
            </a:extLst>
          </p:cNvPr>
          <p:cNvSpPr txBox="1"/>
          <p:nvPr/>
        </p:nvSpPr>
        <p:spPr>
          <a:xfrm>
            <a:off x="696124" y="0"/>
            <a:ext cx="10799751" cy="6617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4400" dirty="0">
                <a:solidFill>
                  <a:srgbClr val="FF0000"/>
                </a:solidFill>
              </a:rPr>
              <a:t>J</a:t>
            </a:r>
            <a:r>
              <a:rPr kumimoji="1" lang="en-US" altLang="ja-JP" sz="34400" dirty="0">
                <a:solidFill>
                  <a:srgbClr val="00B050"/>
                </a:solidFill>
              </a:rPr>
              <a:t>P</a:t>
            </a:r>
            <a:r>
              <a:rPr kumimoji="1" lang="en-US" altLang="ja-JP" sz="34400" dirty="0">
                <a:solidFill>
                  <a:srgbClr val="00B0F0"/>
                </a:solidFill>
              </a:rPr>
              <a:t>E</a:t>
            </a:r>
            <a:r>
              <a:rPr kumimoji="1" lang="en-US" altLang="ja-JP" sz="34400" dirty="0"/>
              <a:t>G</a:t>
            </a:r>
          </a:p>
          <a:p>
            <a:r>
              <a:rPr lang="en-US" altLang="ja-JP" sz="8000" dirty="0"/>
              <a:t>256</a:t>
            </a:r>
            <a:r>
              <a:rPr lang="ja-JP" altLang="en-US" sz="8000" dirty="0" err="1"/>
              <a:t>ｘ</a:t>
            </a:r>
            <a:r>
              <a:rPr lang="en-US" altLang="ja-JP" sz="80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60834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F7CBD9-072A-47F6-8C9C-9EB8B57DD140}"/>
              </a:ext>
            </a:extLst>
          </p:cNvPr>
          <p:cNvSpPr txBox="1"/>
          <p:nvPr/>
        </p:nvSpPr>
        <p:spPr>
          <a:xfrm>
            <a:off x="687498" y="157985"/>
            <a:ext cx="9603911" cy="6617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4400" dirty="0">
                <a:solidFill>
                  <a:srgbClr val="FF0000"/>
                </a:solidFill>
              </a:rPr>
              <a:t>P</a:t>
            </a:r>
            <a:r>
              <a:rPr kumimoji="1" lang="en-US" altLang="ja-JP" sz="34400" dirty="0">
                <a:solidFill>
                  <a:srgbClr val="00B050"/>
                </a:solidFill>
              </a:rPr>
              <a:t>N</a:t>
            </a:r>
            <a:r>
              <a:rPr kumimoji="1" lang="en-US" altLang="ja-JP" sz="34400" dirty="0">
                <a:solidFill>
                  <a:srgbClr val="00B0F0"/>
                </a:solidFill>
              </a:rPr>
              <a:t>G</a:t>
            </a:r>
          </a:p>
          <a:p>
            <a:r>
              <a:rPr lang="en-US" altLang="ja-JP" sz="8000" dirty="0"/>
              <a:t>256</a:t>
            </a:r>
            <a:r>
              <a:rPr lang="ja-JP" altLang="en-US" sz="8000" dirty="0" err="1"/>
              <a:t>ｘ</a:t>
            </a:r>
            <a:r>
              <a:rPr lang="en-US" altLang="ja-JP" sz="80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412804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vruser</dc:creator>
  <cp:lastModifiedBy>vruser</cp:lastModifiedBy>
  <cp:revision>1</cp:revision>
  <dcterms:created xsi:type="dcterms:W3CDTF">2024-02-18T07:39:50Z</dcterms:created>
  <dcterms:modified xsi:type="dcterms:W3CDTF">2024-02-18T07:47:14Z</dcterms:modified>
</cp:coreProperties>
</file>