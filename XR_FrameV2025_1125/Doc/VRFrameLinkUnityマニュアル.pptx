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D8C5D1-34BF-A4FC-19B1-D01106172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C0BEDEF-1707-BA8B-3F83-BF62845C4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11733B-FC2E-FD3D-C2ED-DF72BB5E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FEBE7A-EEA6-60C5-158E-B472E278D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3144DA-924C-1057-4804-1D2C4B7A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102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B07436-F812-7679-43FA-FF23E7F6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F3A466-6D4A-C1B4-6015-31D4D9D2F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FF4757-609A-95CE-9C32-8B64302F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46EFDD-8D1C-C60C-5716-4438A496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9EDA8D-9B98-90E7-4A45-5D4EF5AA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585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0EDDE6-4793-C326-03FA-C430BE3D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D39E48-BE8C-DD43-65B3-10ADE5F4C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54CC58-9593-0880-C73F-3B10EE38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558970-F039-CE74-6B8B-A65A00F5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C86AB9-172D-8341-95E4-3E217FCA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336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9279B1-7884-B510-0B1E-EC759A51A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5C63BF-A1EC-341E-ED23-36BE40BF9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0B876D-5C00-8AF4-749A-A05D2B472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4B1563-E9EB-3FA2-DB55-7B973F04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4A9D2E-436A-7F6F-DAF4-F3235C0A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6E1DDDF-B1FA-EF2E-BE25-EB2EBE86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6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084B79-C5F8-074E-92B4-02B16E936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341B3C1-0BA8-81F1-6734-45A7A4046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EC387E-2545-0AF9-E1F0-BF236BF34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CBF40C-D5E5-DDDC-84FA-EDACBD346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5037453-0DB1-AD46-FF3B-F27E1A552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BDE9F4C-4D2C-898E-903C-32989470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F72F6B9-FEAD-F3B9-27E3-78B49B45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69A1D9A-40D3-D458-F854-9B88399F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839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97E6F-56CC-650F-E862-BF566AEE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9F20D87-5296-4881-71F1-BA633339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793D9A7-10C5-90DA-E4D8-845BCF01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559E675-824D-F14F-D61B-2DC8A98C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7001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3287965-0E6E-72B8-544C-5CDBDB670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5027A64-6C40-F56D-8E32-D30D184F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C5F604-F727-2B50-8E13-05A254CD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555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B10125-6AA8-B5A6-8B33-970360F6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072A60-FBA4-D035-1B3E-AB9C6527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48F8DF-46E9-9AE1-5743-F8E9A109C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5F16B6-3C87-C045-472F-FDD7CEA9B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BF5D1C-64FE-047F-1104-2B457ECD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EDCFF4-D1C3-3A6D-E929-7A1C5EB8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610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FA4E47-FA4F-871E-987C-4F18B29E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4E5918-66C3-041C-9261-601FC03A08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F9B5F70-DAC2-DFCA-43A8-14FF4B65F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F9385AF-5C33-F0F1-CFA2-0D0D47543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9F1815-BF6C-507C-CA8A-DA66A7E9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734C92-219A-58E6-2C1B-1FC4F9D7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08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DFB19C-BD20-9ECE-3B3A-FB554359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ACF0850-1965-615E-5D9D-7830A6417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106B54-116B-8F19-B922-778A91D9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A1CF96-174B-A65B-5913-CE3636385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89AC1F-E809-0C65-AEB8-D22C93CE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274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7731E53-5296-6B24-3A08-44A92C318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AA0506-B699-AC74-9761-33E3291D4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3F3F3F-D913-FAE8-0946-67245FAD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A5317E-48BD-39A2-E88E-174C46CB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528E65-84F6-5CE9-6CF5-6D4E74F0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68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F7C016-156D-3195-7283-2F64E565C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C681CA-9698-54EA-7AD4-508779CED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467DEF-EF26-D33C-8E17-CF5C46443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410DF-FE9F-4DCB-8536-2438ACCF2DB2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3D6F41E-2628-8A03-EC97-56D1827A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67F3CA-CCA1-BC79-7D78-CB914705F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A1E5B-C5AD-4D13-A298-085FA0848E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92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2F4718-621F-F880-F91A-F6E7EAA11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857250" indent="-857250">
              <a:buFont typeface="Wingdings" panose="05000000000000000000" pitchFamily="2" charset="2"/>
              <a:buChar char="Ø"/>
            </a:pPr>
            <a:r>
              <a:rPr lang="en-US" altLang="ja-JP" sz="4800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VRFrameLink</a:t>
            </a:r>
            <a:br>
              <a:rPr lang="en-US" altLang="ja-JP" sz="4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en-US" altLang="ja-JP" sz="4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Unity</a:t>
            </a:r>
            <a:r>
              <a:rPr lang="ja-JP" altLang="en-US" sz="4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プロジェクトの作り方</a:t>
            </a:r>
            <a:endParaRPr kumimoji="1" lang="ja-JP" altLang="en-US" sz="4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FD4B9A-428B-FF27-E21C-60011BBA13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07038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0240CF-E3F4-0345-7BD4-9F5E88B02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VRFL.unitypackage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を追加する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9823A2-487D-9B71-5AE3-EEEF8924D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Unity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のプロジェクトを作成してパッケージ </a:t>
            </a:r>
            <a:r>
              <a:rPr lang="en-US" altLang="ja-JP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XR_Frame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/Unity/Package/</a:t>
            </a:r>
            <a:r>
              <a:rPr lang="en-US" altLang="ja-JP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VRFL.unitypackage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をドラッグ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&amp;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ドロップします。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Import Unity Package 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が出てきたら、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全て選択して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Import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します。</a:t>
            </a:r>
            <a:endParaRPr kumimoji="1" lang="ja-JP" alt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EAE9E3A-DE1B-3C88-1049-C50A54F53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459" y="3667979"/>
            <a:ext cx="1821081" cy="298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19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6B0A3-0A92-76E2-4FC1-5B66AB869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VRFL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プレハブの追加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6ADF75-2322-5EFC-1D06-AC61C610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パッケージの組込みで 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Project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 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Assets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フォルダに 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"VRFL"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フォルダが追加されます。</a:t>
            </a:r>
            <a:endParaRPr lang="ja-JP" altLang="en-US" b="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この中から 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"VRFL/Prefabs/</a:t>
            </a:r>
            <a:r>
              <a:rPr lang="en-US" altLang="ja-JP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VRLF.prefab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"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をドラッグ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&amp;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ドロップで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Hierarchy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に追加して下さい。</a:t>
            </a:r>
            <a:endParaRPr lang="ja-JP" altLang="en-US" b="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97C24C8-6713-95ED-3DCD-52602C909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523" y="3205782"/>
            <a:ext cx="5303080" cy="3481274"/>
          </a:xfrm>
          <a:prstGeom prst="rect">
            <a:avLst/>
          </a:prstGeom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D1CEC59E-F571-CBFF-B4A4-8D69215710D5}"/>
              </a:ext>
            </a:extLst>
          </p:cNvPr>
          <p:cNvSpPr/>
          <p:nvPr/>
        </p:nvSpPr>
        <p:spPr>
          <a:xfrm>
            <a:off x="8440615" y="3649785"/>
            <a:ext cx="1031631" cy="10316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3E5878DA-00D5-550C-54EE-410C636EECFF}"/>
              </a:ext>
            </a:extLst>
          </p:cNvPr>
          <p:cNvCxnSpPr>
            <a:stCxn id="8" idx="6"/>
          </p:cNvCxnSpPr>
          <p:nvPr/>
        </p:nvCxnSpPr>
        <p:spPr>
          <a:xfrm>
            <a:off x="9472246" y="4165601"/>
            <a:ext cx="1422400" cy="2266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2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4D24A0-1EF5-FB97-DF4E-3428B52A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VRFL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プレハブの設定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F3FD93-AE32-8032-81A0-638A7B1B3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ja-JP" altLang="en-US" sz="1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追加した </a:t>
            </a:r>
            <a:r>
              <a:rPr lang="en-US" altLang="ja-JP" sz="1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Prefab </a:t>
            </a:r>
            <a:r>
              <a:rPr lang="ja-JP" altLang="en-US" sz="1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のスクリプトに設定を記入して下さい。</a:t>
            </a:r>
            <a:endParaRPr lang="en-US" altLang="ja-JP" sz="1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1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VRFL Manager</a:t>
            </a:r>
            <a:endParaRPr lang="ja-JP" altLang="en-US" sz="1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lvl="1" fontAlgn="base"/>
            <a:r>
              <a:rPr lang="en-US" altLang="ja-JP" sz="1400" b="1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RecievePort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: VRFL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からデータを受信するポート番号</a:t>
            </a:r>
            <a:b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フレームワーク側の 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`VRFL::</a:t>
            </a:r>
            <a:r>
              <a:rPr lang="en-US" altLang="ja-JP" sz="1400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InitializeSim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()`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に指定するポート番号と同一</a:t>
            </a:r>
          </a:p>
          <a:p>
            <a:pPr lvl="1" fontAlgn="base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Config File 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: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設定ファイル名</a:t>
            </a:r>
            <a:b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Editor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のルートフォルダ、又は実行ファイルのあるフォルダからの相対パスで記述。空欄の場合は 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"VRConfig.csv"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が使われます。</a:t>
            </a:r>
            <a:endParaRPr lang="en-US" altLang="ja-JP" sz="1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fontAlgn="base"/>
            <a:r>
              <a:rPr lang="en-US" altLang="ja-JP" sz="18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VRFL Model Manager</a:t>
            </a:r>
          </a:p>
          <a:p>
            <a:pPr lvl="1" fontAlgn="base"/>
            <a:r>
              <a:rPr lang="en-US" altLang="ja-JP" sz="1400" b="1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Material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: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適用したい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Material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を設定します。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Universal Render Pipeline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の場合は 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Assets/VRFL/Material/</a:t>
            </a:r>
            <a:r>
              <a:rPr lang="en-US" altLang="ja-JP" sz="1400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SampleMaterial_URP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（または、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URP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に対応した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Material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）を設定します。</a:t>
            </a:r>
          </a:p>
          <a:p>
            <a:pPr lvl="1" fontAlgn="base"/>
            <a:r>
              <a:rPr lang="en-US" altLang="ja-JP" sz="1400" b="1" dirty="0" err="1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HeadObject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: 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シーン中の描画用カメラを指定します。</a:t>
            </a:r>
            <a:r>
              <a:rPr lang="en-US" altLang="ja-JP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※Unity</a:t>
            </a:r>
            <a:r>
              <a:rPr lang="ja-JP" altLang="en-US" sz="14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側でカメラのトラッキングを行う場合は指定不要です。</a:t>
            </a:r>
          </a:p>
          <a:p>
            <a:endParaRPr kumimoji="1" lang="ja-JP" altLang="en-US" sz="1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0750FC-76F3-418D-0271-C2419986D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584" y="1185619"/>
            <a:ext cx="5426076" cy="4797058"/>
          </a:xfrm>
          <a:prstGeom prst="rect">
            <a:avLst/>
          </a:prstGeom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F66548B9-F420-1E9D-16F5-2EB48CEBC97C}"/>
              </a:ext>
            </a:extLst>
          </p:cNvPr>
          <p:cNvCxnSpPr>
            <a:cxnSpLocks/>
          </p:cNvCxnSpPr>
          <p:nvPr/>
        </p:nvCxnSpPr>
        <p:spPr>
          <a:xfrm>
            <a:off x="8042031" y="1891323"/>
            <a:ext cx="1742831" cy="3251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333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2163D6-90A2-A85B-D531-21BD8818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VRConfig.csv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の配置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025221-A01D-5145-5FB7-B4F101593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Config File 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でパス指定を行っていない場合は、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Unity 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プロジェクトのルートフォルダに </a:t>
            </a:r>
            <a:r>
              <a:rPr kumimoji="1"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VRConfig.csv </a:t>
            </a:r>
            <a:r>
              <a:rPr kumimoji="1"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を配置します。</a:t>
            </a:r>
            <a:endParaRPr kumimoji="1"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Build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した場合は、</a:t>
            </a:r>
            <a:r>
              <a:rPr lang="en-US" altLang="ja-JP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exe </a:t>
            </a:r>
            <a:r>
              <a:rPr lang="ja-JP" altLang="en-US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を出力したフォルダに配置します。</a:t>
            </a:r>
            <a:endParaRPr lang="en-US" altLang="ja-JP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104DDF-3648-D07C-B143-EF103AEA34AB}"/>
              </a:ext>
            </a:extLst>
          </p:cNvPr>
          <p:cNvSpPr txBox="1"/>
          <p:nvPr/>
        </p:nvSpPr>
        <p:spPr>
          <a:xfrm>
            <a:off x="567082" y="4133524"/>
            <a:ext cx="110578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>
                <a:solidFill>
                  <a:schemeClr val="accent2">
                    <a:lumMod val="50000"/>
                  </a:schemeClr>
                </a:solidFill>
              </a:rPr>
              <a:t>1,handR,../../XR_FrameV2025_1125/models/handR.mqo,0.12,dummy1</a:t>
            </a:r>
          </a:p>
          <a:p>
            <a:r>
              <a:rPr lang="en-US" altLang="ja-JP" sz="1400" dirty="0">
                <a:solidFill>
                  <a:schemeClr val="accent2">
                    <a:lumMod val="50000"/>
                  </a:schemeClr>
                </a:solidFill>
              </a:rPr>
              <a:t>2,handL,../../XR_FrameV2025_1125/models/handL.mqo,0.12,dummy2</a:t>
            </a:r>
          </a:p>
          <a:p>
            <a:r>
              <a:rPr lang="en-US" altLang="ja-JP" sz="1400" dirty="0">
                <a:solidFill>
                  <a:schemeClr val="accent2">
                    <a:lumMod val="50000"/>
                  </a:schemeClr>
                </a:solidFill>
              </a:rPr>
              <a:t>3,heart,../../XR_FrameV2025_1125/</a:t>
            </a:r>
            <a:r>
              <a:rPr lang="en-US" altLang="ja-JP" sz="1400" dirty="0" err="1">
                <a:solidFill>
                  <a:schemeClr val="accent2">
                    <a:lumMod val="50000"/>
                  </a:schemeClr>
                </a:solidFill>
              </a:rPr>
              <a:t>objmodel</a:t>
            </a:r>
            <a:r>
              <a:rPr lang="en-US" altLang="ja-JP" sz="1400" dirty="0">
                <a:solidFill>
                  <a:schemeClr val="accent2">
                    <a:lumMod val="50000"/>
                  </a:schemeClr>
                </a:solidFill>
              </a:rPr>
              <a:t>/heart/test_%i.obj,0.001,Sequence=</a:t>
            </a:r>
            <a:r>
              <a:rPr lang="en-US" altLang="ja-JP" sz="1400" dirty="0" err="1">
                <a:solidFill>
                  <a:schemeClr val="accent2">
                    <a:lumMod val="50000"/>
                  </a:schemeClr>
                </a:solidFill>
              </a:rPr>
              <a:t>true;FPS</a:t>
            </a:r>
            <a:r>
              <a:rPr lang="en-US" altLang="ja-JP" sz="1400" dirty="0">
                <a:solidFill>
                  <a:schemeClr val="accent2">
                    <a:lumMod val="50000"/>
                  </a:schemeClr>
                </a:solidFill>
              </a:rPr>
              <a:t>=30;FrameCount=30;ReuseMaterial=true</a:t>
            </a:r>
            <a:endParaRPr kumimoji="1" lang="ja-JP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315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349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ＭＳ ゴシック</vt:lpstr>
      <vt:lpstr>游ゴシック</vt:lpstr>
      <vt:lpstr>游ゴシック Light</vt:lpstr>
      <vt:lpstr>Arial</vt:lpstr>
      <vt:lpstr>Wingdings</vt:lpstr>
      <vt:lpstr>Office テーマ</vt:lpstr>
      <vt:lpstr>VRFrameLink Unityプロジェクトの作り方</vt:lpstr>
      <vt:lpstr>VRFL.unitypackage を追加する</vt:lpstr>
      <vt:lpstr>VRFLプレハブの追加</vt:lpstr>
      <vt:lpstr>VRFLプレハブの設定</vt:lpstr>
      <vt:lpstr>VRConfig.csvの配置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kenzo kojima</dc:creator>
  <cp:lastModifiedBy>kenzo kojima</cp:lastModifiedBy>
  <cp:revision>1</cp:revision>
  <dcterms:created xsi:type="dcterms:W3CDTF">2026-03-27T02:07:46Z</dcterms:created>
  <dcterms:modified xsi:type="dcterms:W3CDTF">2026-03-27T05:04:28Z</dcterms:modified>
</cp:coreProperties>
</file>